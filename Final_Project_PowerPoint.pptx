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62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D9C234-E0B2-4452-8E7D-A67A7E25A008}" v="16" dt="2025-12-12T17:06:39.526"/>
    <p1510:client id="{419F6448-2DC9-45F1-861F-06A128F156E2}" v="1" dt="2025-12-12T17:03:51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E0429-1A41-480E-B8EB-76A7D5A57B6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B4787-F362-464D-B6CA-FEA5E4F3E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7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B4787-F362-464D-B6CA-FEA5E4F3E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2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E159-BCB2-3EBE-C5A3-C78E4CCF7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C3550-10B4-732B-6DD9-E6C94C55D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24C23-AED5-1E46-865B-724F038D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3BD12-8C8C-CFF2-B98C-274393137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0C5B3-6902-CDFE-9900-6E5E407D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32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E4DF-4BBA-EF3F-E946-020BF2AC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50615-E901-D1CF-8352-617E1879E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20A5D-C6DD-177B-1C32-E8A5C3A7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51763-4594-EAF7-DFA8-BDC9FEEC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91367-D081-5414-09D3-FA7EFB3A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6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E50E-E6BB-DFC4-D8FB-FE217E13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40943-3AEB-7FF9-BC83-14F8B2E02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2F29C-F11A-C736-8FCE-C21AE0C4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F098-0F00-155E-547E-11CE831C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7E159-D286-8FF0-2E6E-C73F19E3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84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54B88-50BC-2E5D-EAD5-37D07151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EB12-E750-7D95-9FB5-272A91E5A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C3D50-5336-B705-FA3E-2598B93B0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55776-8103-CB0E-BF72-36A2BDB2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01958-7C33-550D-6CEB-065A78A6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FC942-9E9D-5AB7-C97A-0208A8C8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2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5FA8-A2C3-FD49-90E0-17946AB3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D9F2A-3BA5-D6F8-E40D-E4CDC917F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AA3DD-036D-F1FC-6D0A-EF50CFDF3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431FE-3DC7-6DDC-FE23-B7B2B80E4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A6C33-E4C0-1D8D-38CE-A6179E3F8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B64F08-16FE-FEB4-23B7-30BF2BB3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DCBB6-E726-5232-D7FD-CCA45204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34F6A-0C95-DCDE-AE6D-598E3BD3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9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C91C-FF3D-19FC-586B-5DFDB4B9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78F557-031A-C519-0DD4-8CC1F37A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27F8D-3CF9-A2FE-3ADC-2A967C27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7E8C6-45C6-4CF0-AE87-EA1C05A0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0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A5D7E-B69F-4367-BBC5-AE7A7212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90ABE-480A-4B4D-8138-7AB1A12F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0BD84-710F-F31A-13D8-D6328941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3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C151-CF33-5D44-2403-D380CF95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F5CE9-8E96-2783-BC4B-6AE6716A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30B8D-74B1-C45A-700D-933CEF9E1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EE59A-76E8-462B-E580-401F775F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1F9EB-4E2C-C1B2-1C7E-47D768C5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BEFD2-893A-E63E-84A8-B6184EF8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4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88BD-9104-6F4F-6709-B6897653C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18C92-EF33-CB82-4EEA-C22519E5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7AB2A-1BD7-449A-0CD8-D3C7D38D9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B7D4F-584C-AA24-FF72-078514CE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77B83-8CA8-0D73-C4F3-36A7DB4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E2955-1E71-022A-4F88-0C7513D0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4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C38D-998B-9D3C-ED11-185C4334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04618-20AE-E784-59CF-545621AB1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13AFB-A899-D8FF-EE8A-4F36CD6E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D1E3F-7517-BD0A-DF2D-DBA99F1A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E43F5-10C8-C78E-8578-85F60DF3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0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B78DD-E3ED-D11E-9AB4-81E9F53AA1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2942C-923F-5DE6-D686-764CAA876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B02EE-159B-7D33-50CF-79E21329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2037B-1102-1E53-4642-90454799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FE4D5-DCBB-98E8-3FE0-508B51D8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1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50385C-ADD5-A345-ACB7-C46D240D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B5F1-7F2F-CCD6-EDD7-B06223204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692CD-CA75-5323-0AFE-A496E607B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33FDD-6417-4947-BB0F-D1DB6F997B6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8A77-D31F-4F65-D0A3-3AAC3B32D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A951-38BB-638A-F656-F699CE316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4ABE6-1296-47DB-A996-DE9D8A8F3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77235-CE11-9339-60FF-2578BE583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043D3A77-408A-C5A1-B510-1F1E1D0F43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136948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043D3A77-408A-C5A1-B510-1F1E1D0F43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431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32A3727-280C-87B8-A2A5-7CDA624556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8268305"/>
                  </p:ext>
                </p:extLst>
              </p:nvPr>
            </p:nvGraphicFramePr>
            <p:xfrm>
              <a:off x="0" y="0"/>
              <a:ext cx="12191999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32A3727-280C-87B8-A2A5-7CDA624556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1999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060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26B16A62-492E-6673-7CA3-5C449DCF1E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657597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26B16A62-492E-6673-7CA3-5C449DCF1E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9140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5B1A9DB1-B90D-94A0-54EE-7D3B6872AA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27145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5B1A9DB1-B90D-94A0-54EE-7D3B6872AA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205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9DFA-6A88-77CB-CDD3-ECD248A2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0213A1DB-3F10-01B2-FAB0-D5BFB1E36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929086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0213A1DB-3F10-01B2-FAB0-D5BFB1E36A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856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F3D3-814D-0E32-0051-4ED9726F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C7B38C40-3740-C6C9-6EAF-F39FA635D5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0688846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C7B38C40-3740-C6C9-6EAF-F39FA635D5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6385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CBAA76F5-E1BA-43CF-8492-3E07BA0D6DBC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A45258C1-BAB4-4F17-88E3-9E820D9EFF3F&quot;"/>
    <we:property name="reportUrl" value="&quot;/groups/769fb852-2e09-40b4-9c3f-73bf6a206a94/reports/40db867c-b3d1-4eac-81eb-c28ad5e724f2/1f6b627272111ad07497?experience=power-bi&amp;pbi_source=storytelling_addin&quot;"/>
    <we:property name="reportName" value="&quot;Final_Project_Version2&quot;"/>
    <we:property name="reportState" value="&quot;CONNECTED&quot;"/>
    <we:property name="embedUrl" value="&quot;/reportEmbed?reportId=40db867c-b3d1-4eac-81eb-c28ad5e724f2&amp;groupId=769fb852-2e09-40b4-9c3f-73bf6a206a94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pageName" value="&quot;90840c8807ac8130cd17&quot;"/>
    <we:property name="pageDisplayName" value="&quot;Summary&quot;"/>
    <we:property name="datasetId" value="&quot;fe0c582e-b5c3-45a7-a363-4ef0371590b7&quot;"/>
    <we:property name="backgroundColor" value="&quot;#FFFFFF&quot;"/>
    <we:property name="bookmark" value="&quot;H4sIAAAAAAAAA6WSQUvEMBCF/4rkvEiz2zatR72KCIoX8TBJJks024R0uqwu+9+dtAseFPYghTZ5mXxv+pijsH5MAT4fYIfiRtzG+LGD/HElxUoMi2ZAmU3XKq03unfSdZ3t+TQm8nEYxc1REOQt0osfJwgFxOLr20pACI+wLTsHYcSVSJjHOEDwX7gU8xHlCU8rgYcUYoaCfCIgLNg9l/OeW5DXG3YEQ36PT2jorLpWt2vFj5QSbKXqXnHZuBTMnf1ZUtCz/V0cCPzANkVDg03VNX0trasdNNqaddFHP2zDueGfu8+fqYRDeCAdDyUP/c7GhXQ68Q+BlbVpZKWcBW2rtlVQX6QljusB9n4LFPNvpmmMAldLrTTK1lUA+jIT5jRuJyIO7Rey6TbYoKk7kLZvK7vWrv0Xcqb+KGKHPBtlEScaExh8hIH3r0eRcuSBII9L+ocEg0V7XufyvfeEefF/gTAV63mSxGzCLXkd8MKFMl9ibuutvL4Bk/olwvECAAA=&quot;"/>
    <we:property name="initialStateBookmark" value="&quot;H4sIAAAAAAAAA6WST0sDMRDFv4rkXGRT90/rTcVTbSsqXkqRSTJbYtNNyM6Waul3d7It9KDQgyxkk7eT35t9zF4Y2wYHXzPYoLgV996vNxDXV1IMRHPS5vPJ9O5l8jG7mz6y7ANZ37Tidi8I4grp3bYduERgcbEcCHDuGVbpVINrcSACxtY34Ow3Hov5E8UODwOBu+B8hIR8JSBM2C2X85m95fUNO4Imu8VX1HRS61KVw4ofKSWYrMrHFZe1x4K+sz9LErq3f/ANgW3YJmmoschGxTiXps5rKJTRw6S3tlm5U8Pnu29fIaVCuCPldykP9cnGiXQ48A+BkbkuZFbVBpTJyrKC/CItcFwz2NoVkI+/mbrQFdS5VJVCWdYZgLrMhD6N+46IQ/uFLEY3WKDORyDNuMzMUNXlv5A99ayIDfJspI3vqA2g8RkaPi/2IkTPA0EWj+nvAjQGzWkf0/vJEsaj/zu4Lln3kyR6E27JKocXLqT5En1by7T8ANEL7azqAgAA&quot;"/>
    <we:property name="isFiltersActionButtonVisible" value="true"/>
    <we:property name="isVisualContainerHeaderHidden" value="false"/>
    <we:property name="reportEmbeddedTime" value="&quot;2025-12-12T17:06:11.591Z&quot;"/>
    <we:property name="creatorTenantId" value="&quot;3c71cbab-b5ed-4f3b-ac0d-95509d6c0e93&quot;"/>
    <we:property name="creatorUserId" value="&quot;10030000AB959523&quot;"/>
    <we:property name="creatorSessionId" value="&quot;a50d15a6-50b9-4a7d-8bc9-8948fb9ae7d6&quot;"/>
    <we:property name="artifactViewState" value="&quot;live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7E4AFBDC-F02F-4343-B4DE-C9CAA3BED04A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1DF580D8-0D8E-400C-AA8C-5F05CF6BD29E&quot;"/>
    <we:property name="reportUrl" value="&quot;/groups/769fb852-2e09-40b4-9c3f-73bf6a206a94/reports/40db867c-b3d1-4eac-81eb-c28ad5e724f2/90840c8807ac8130cd17?experience=power-bi&quot;"/>
    <we:property name="reportName" value="&quot;Final_Project_Version2&quot;"/>
    <we:property name="reportState" value="&quot;CONNECTED&quot;"/>
    <we:property name="embedUrl" value="&quot;/reportEmbed?reportId=40db867c-b3d1-4eac-81eb-c28ad5e724f2&amp;groupId=769fb852-2e09-40b4-9c3f-73bf6a206a94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pageName" value="&quot;90840c8807ac8130cd17&quot;"/>
    <we:property name="pageDisplayName" value="&quot;Summary&quot;"/>
    <we:property name="datasetId" value="&quot;fe0c582e-b5c3-45a7-a363-4ef0371590b7&quot;"/>
    <we:property name="backgroundColor" value="&quot;#FFFFFF&quot;"/>
    <we:property name="bookmark" value="&quot;H4sIAAAAAAAAA+VYUW/bNhD+K4Ve+mIMpEhJVN8ap90GLEOwFH0ZguBInhy1sihQVJo08H/fUfKwxHPjuEgyDw1gIDqejvd935E86jaxdd81cPM7LDF5kxw593kJ/vMrnsySdrJpUbJMc1lmYHNdFCkoQaOuC7Vr++TNbRLALzB8rPsBmhiIjH8mWYUmLwFMWRpWINNFKpLzWQJNcwqL6FNB0+Ms6dD3roWm/opTCBoKfsDVLMHrrnEe4kRnAQLGya7InZ4pMf5TzANMqK/wDE2YrCVTkhmlWAFGccGM5QW59ZPDmO9Wlxh6nH7u2gB1S9NEG3CdAkGWHFIpNGhuRt+qbsLaRd+8u+48YSYmbrpI2Vt7Ba1Bm4wQPPZTxrfJ28XC4wLC+vHdvcG5a4blFvuZG7zBP7Aah9pQhxuao+0uOtclK6Lp1DsicbR+cAGai1PXDc00Sxx/P7Rrdlh8vHRf5h6JThsN52Tp63bRrNn/h4gPExgDPgJx+hNRGAHTC85b9Ec3I+bj2v9NfjrbSP0A8BJAMnGrqlwJWWSZFvQzjJkY/kHkAa+Ddtf3wcdoIjO6ElXBlM4UM6Wymfr+ojhB6AePjyXiYg6NWcPtt/Lx6hc39HjpGjuNv6Dgz4xlElPwykpbFoKlErUEa8Ec8Jo8gQZ/oCW5E+4kYiF4qYzSjDOZMSFkzg9ZxPe4/LFkfATgSUiUogRL5yIvrcQ8Q8X5TiHnRNLC+doQLZta7pf9pb/ovLuqqSw2IRzXfaApwvdsgvCVtrET6Db1mdoNmuTTnYZijWZS7TnSPx+Pna0t1TeZXrdvHICV5AuQMcYyK1MRm7sn12F7FX1TAr6a/Rcn40Y577tgR0bml+DD4RyQ9yCtzp++RHcqO1WnylCkUnHFMy5EDrnU8IL7wJ719wi1+6Y26O8JnSyRrjrxHwsBRiDdNFmN07iz4zCOOG+T32rCPsX+CM0Qw74+pjes+9K+Tkbe6v7Xli41lNUZNpNiJ7ujxBtSfH+9CW/VfPTtn0/xIgehGN0OTZYrYBaBsR/sCF/AQPXwvz/D87TQdKVRdMHF3ABYxENW8uk76sPW8ZEtdZZVZVkxRKuZYFharcoDVnH/bxWzl+0fT+/a9yyo4JEW3+Pax5+9G7qn7R3vpD7t1anMUp1XwJQ0OdpUa9j9HevgWX6RI/pZjth9tNMqVyYtpCjowqxAy1yMu/PDF5gxyaMhBErjX1+w0lRyY+niJlUlANIcU7UzZL2EzU1y/NtOvxtC34HBU2hxiwxEP7Q26vygFONH4qlRolxq3ezVGK1WfwGRlP8h4hYAAA==&quot;"/>
    <we:property name="initialStateBookmark" value="&quot;H4sIAAAAAAAAA+VY32/bNhD+Vwq99MUYSFE/qL4lTroNndugKfoyBMGRPDlqZVGgqDRp4P99R8nDEs+t7SLJPDSAgehI3d33fUfyqLvIVF1bw+1bWGD0Kjq29vMC3OcXPJpEzcr27t2b2dH7N5dvj2anZLatr2zTRa/uIg9ujv5j1fVQBw9k/PNiEkFdn8E8PJVQdziJWnSdbaCuvuI4mYa863E5ifCmra2D4PLcg8fg9pqm0zPF5r8IigjaV9d4jtqP1oLJhGkpWQ5acsG04TlN68YJQ2YbpwTXQ/ipbTxUDYUJNuAqhhhkwiFOhALF9TC3rGq/mqJuT29aR+gI820bWDky19BoNNEAwWE3ZnwXHc3nDufgV4+nDwantu4XG+zntnca32M5DDW+8rcUo2kvW9tGS6LpzFkicbB+sB7qyzPb9vUYJYy/7psVOyw8XtkvU4dEpwmGC7J0VTOvV+z/Q8SHEYwGF4BY9YkoDIDpBesMuuPbAfNJ5f4mP56spX4AeAkgmbiRZSZFkqepEvTTjOng/rvIPd54ZW8egg/eRKpVKcqcSZVKpgtpUvnjRTFD6HqHuxJxOYVar+B2G/l48ZvtO7yytRnHn1HwJ8Yyiil4aRJT5ILFCaoEjAF9wGtyBjX+REtyK9xRxFzwQmqpGGdJyoRIMn7IIr7Gxc8l4w6ARyExEQUYOhd5YRLMUpScbxVySiTNras00bKu5X7ZX7nL1tnrispiHcJJ1XkK4X9kE4SvtI3NoF3XZ2w3KMinew3FCs2o2lOkfzEcO2mJOisAdFFoliNTeSy+zfSqQ+MArKC5ACljLDVJLEL/9ug6bK6ib0rAl5P/4mRcK+d9F+zAyPQKnD+cA/IBpOXF45foVmXH6pQpijiRXPKUC5FBlih4xn1gz/rbQe2urjS6B0JHC6RLTfjHgIcBSDsGq3Act2YYxgHnXfRHRdhH3x+h7oPblyf0hrFfmpfRwFvV/d7QpYayOsd6VGy23Uu4IYX3V5vwRs2Hud3TKZ5nICQrWKrTTAIzCIz9ZEf4HHqqh//9GZ7FuaIrjaQLLmYawCAespKP31Efto47ttRpWhZFyRCNYoJhYZQsDljF/b9VTJ63fzy7b9+zoLxDWny7tY+/Otu3j9s73kt93KvjJI1VVgKTic7QxErB9u9YB8/ysxzRT3LE7qOdkpnUcZ6InC7MElSSiWF3/v4FZkjyuPee0vjXF6w4Trg2dHFLZCkA4gxjudVltYD1TXL420y/7X3XgsYzaHCDDEQ/NCbovFOfMwmpVKreqy9aLv8C918YzcQWAAA=&quot;"/>
    <we:property name="isFiltersActionButtonVisible" value="true"/>
    <we:property name="isVisualContainerHeaderHidden" value="false"/>
    <we:property name="reportEmbeddedTime" value="&quot;2025-12-12T01:30:25.778Z&quot;"/>
    <we:property name="creatorTenantId" value="&quot;3c71cbab-b5ed-4f3b-ac0d-95509d6c0e93&quot;"/>
    <we:property name="creatorUserId" value="&quot;10030000AB959523&quot;"/>
    <we:property name="creatorSessionId" value="&quot;f430c44f-1d2c-4b80-9119-f86bc35e95e6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077637BB-60C8-4EE5-A0DF-3EB26BD337C0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1DF580D8-0D8E-400C-AA8C-5F05CF6BD29E&quot;"/>
    <we:property name="reportUrl" value="&quot;/groups/769fb852-2e09-40b4-9c3f-73bf6a206a94/reports/40db867c-b3d1-4eac-81eb-c28ad5e724f2/fa6dc47a401830adbbe4?experience=power-bi&quot;"/>
    <we:property name="reportName" value="&quot;Final_Project_Version2&quot;"/>
    <we:property name="reportState" value="&quot;CONNECTED&quot;"/>
    <we:property name="embedUrl" value="&quot;/reportEmbed?reportId=40db867c-b3d1-4eac-81eb-c28ad5e724f2&amp;groupId=769fb852-2e09-40b4-9c3f-73bf6a206a94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pageName" value="&quot;fa6dc47a401830adbbe4&quot;"/>
    <we:property name="pageDisplayName" value="&quot;Literacy&quot;"/>
    <we:property name="datasetId" value="&quot;fe0c582e-b5c3-45a7-a363-4ef0371590b7&quot;"/>
    <we:property name="backgroundColor" value="&quot;#FFFFFF&quot;"/>
    <we:property name="bookmark" value="&quot;H4sIAAAAAAAAA+1Z30/jOBD+V6q87Et1suP85A0KJ532CghWew8nhCb2pGRx48hxWHqo//tOku4tLYXu7nEorMhTY0/G3/dNZjxO7zxV1JWGxTHM0dvzDoy5noO9HnFv7JWrsZOT99P9s/eXx/vTIxo2lStMWXt7d54DO0P3sagb0K0HGvz7YuyB1qcwa+9y0DWOvQptbUrQxT/YG9OUsw0uxx7eVtpYaF2eO3DYur0hc7qntflvglYE6YobPEfp+tEcIiWDGALGE8FAZRkGZFb3Bh2yrSat6275iSkdFCUt044xqUQoMY5ZiFIyHjPhdz4K7VYm2eLotrLEjjgvqlaVfXUDpUTldRQs1j3iO2+KUDe243G0NnFuGivxDPNuqnSFW5Cfywlo2WjokS9JkVNrSK9u8oNxoEdnCGoEpRr9ZQsSqLW5Mp8nFkku5e2x5QWN1EU50yt1vxH90IOVYFugJvtEErWE6AFjFdqDRcfpsLBfxfXHG7BfgA8RILsgUixgLA4RQ2BMpUpB6/pJZg5vXWZu18m13vxQxGEuU575WeKDLwSoYQR1nf7oDF53TLfT6UMqlYoTxJjkT8KQcWRKDiMIU9A4+pMAW5CL1yz/JpFeeC5R5pLHSiZBiAkTImLDEP53nP8q0j+k0oufpizJYplEPJUqiUPOVbpT/AnRnxlbSCK8qf/E6GZefi/mK3tZWXNTUCg3EZ/eH19XfTzIne2FUe2qCi8M5xlyRVOXQ32VvEbVv0UTM8/M5AqsG0IKPdoQfG36yPbTvbZulSU9yP8jLS665gF8luVhKgPOeCgyIbmMHs/gVZ/MAViKLAMIGWOhCnzRdtHPnt9ldVmZapPDYVE78u4evCT8LbVfZWqPB7M17N6QdVMTj39LzFt1ebK6CEwgytNMSSFRMDpxJvCC/cEP1o/viH+tC4l2LeLeHO2si6ICBx2Rql+swH7eqG4aO553Xp8Jne+PoJvW7btDekKZz+U7r9OtqP8ob8gDqnPUfdimu7203xna51fN2dbAd7b1T4R9p5Z9xBMWKJnldLxVPIyEoqZ8IF8Y/vM5aAYNxXkAyb79IJSJJGYRZ5LTJVnCfPx1DkKD0f7Rk5AMJfN9lDEyESccZSQGfxJ6K3fPsssleSYxF8hTlsZByiSIgWTeMBvUe6hOSj2AFrUHdGy+KUW/f/oTtDJl44bfGbZ2ORUtxTLGMVQyAJ6mcVe1nuQHHeyDxjkC9fBrdBbIhPq+wI8wUZDmYRjtdFnMYbO8d9f2wmMaV1cg8RRK3FKA6D0hpqh2lI/uD5u+/hCWItM/VG+Wyy95DWM1URoAAA==&quot;"/>
    <we:property name="initialStateBookmark" value="&quot;H4sIAAAAAAAAA+1Z30/jOBD+V6q87Et1suP85A0KJ532CghWew8nhCb2pGRx48hxWHqo//tOku4tLYXu7nEorMhTY0/G3/dNZjxO7zxV1JWGxTHM0dvzDoy5noO9HnFv7JWrsZOT99P9s/eXx/vTIxo2lStMWXt7d54DO0P3sagb0K0HGvz7YuyB1qcwa+9y0DWOvQptbUrQxT/YG9OUsw0uxx7eVtpYaF2eO3DYur0hc7qntflvglYE6YobPEfp+tEcIiWDGALGE8FAZRkGZFb3Bh2yrSat6275iSkdFCUt044xqUQoMY5ZiFIyHjPhdz4K7VYm2eLotrLEjjgvqlaVfXUDpUTldRQs1j3iO2+KUDe243G0NnFuGivxDPNuqnSFW5Cfywlo2WjokS9JkVNrSK9u8oNxoEdnCGoEpRr9ZQsSqLW5Mp8nFkku5e2x5QWN1EU50yt1vxH90IOVYFugJvtEErWE6AFjFdqDRcfpsLBfxfXHG7BfgA8RILsgUixgLA4RQ2BMpUpB6/pJZg5vXWZu18m13vxQxGEuU575WeKDLwSoYQR1nf7oDF53TLfT6UMqlYoTxJjkT8KQcWRKDiMIU9A4+pMAW5CL1yz/JpFeeC5R5pLHSiZBiAkTImLDEP53nP8q0j+k0oufpizJYplEPJUqiUPOVbpT/AnRnxlbSCK8qf/E6GZefi/mK3tZWXNTUCg3EZ/eH19XfTzIne2FUe2qCi8M5xlyRVOXQ32VvEbVv0UTM8/M5AqsG0IKPdoQfG36yPbTvbZulSU9yP8jLS665gF8luVhKgPOeCgyIbmMHs/gVZ/MAViKLAMIGWOhCnzRdtHPnt9ldVmZapPDYVE78u4evCT8LbVfZWqPB7M17N6QdVMTj39LzFt1ebK6CEwgytNMSSFRMDpxJvCC/cEP1o/viH+tC4l2LeLeHO2si6ICBx2Rql+swH7eqG4aO553Xp8Jne+PoJvW7btDekKZz+U7r9OtqP8ob8gDqnPUfdimu7203xna51fN2dbAd7b1T4R9p5Z9xBMWKJnldLxVPIyEoqZ8IF8Y/vM5aAYNxXkAyb79IJSJJGYRZ5LTJVnCfPx1DkKD0f7Rk5AMJfN9lDEyESccZSQGfxJ6K3fPsssleSYxF8hTlsZByiSIgWTeMBvUe6hOSj2AFrUHdGy+KUW/f/oTtDJl44bfGbZ2ORUtxTLGMVQyAJ6mcVe1nuQHHeyDxjkC9fBrdBbIhPq+wI8wUZDmYRjtdFnMYbO8d9f2wmMaV1cg8RRK3FKA6D0hpqh2lI/uD5u+/hCWItM/VG+Wyy95DWM1URoAAA==&quot;"/>
    <we:property name="isFiltersActionButtonVisible" value="true"/>
    <we:property name="isVisualContainerHeaderHidden" value="false"/>
    <we:property name="reportEmbeddedTime" value="&quot;2025-12-12T01:30:58.021Z&quot;"/>
    <we:property name="creatorTenantId" value="&quot;3c71cbab-b5ed-4f3b-ac0d-95509d6c0e93&quot;"/>
    <we:property name="creatorUserId" value="&quot;10030000AB959523&quot;"/>
    <we:property name="creatorSessionId" value="&quot;dc5a16ea-34a6-4e5c-b3b5-daba130ae6f3&quot;"/>
    <we:property name="artifactViewState" value="&quot;live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D1B82944-982B-40EE-BC0E-6F8BFC2A4E75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1DF580D8-0D8E-400C-AA8C-5F05CF6BD29E&quot;"/>
    <we:property name="reportUrl" value="&quot;/groups/769fb852-2e09-40b4-9c3f-73bf6a206a94/reports/40db867c-b3d1-4eac-81eb-c28ad5e724f2/bfe5e63c5dce5d267048?experience=power-bi&quot;"/>
    <we:property name="reportName" value="&quot;Final_Project_Version2&quot;"/>
    <we:property name="reportState" value="&quot;CONNECTED&quot;"/>
    <we:property name="embedUrl" value="&quot;/reportEmbed?reportId=40db867c-b3d1-4eac-81eb-c28ad5e724f2&amp;groupId=769fb852-2e09-40b4-9c3f-73bf6a206a94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pageName" value="&quot;bfe5e63c5dce5d267048&quot;"/>
    <we:property name="pageDisplayName" value="&quot;Households &amp; Toilets&quot;"/>
    <we:property name="datasetId" value="&quot;fe0c582e-b5c3-45a7-a363-4ef0371590b7&quot;"/>
    <we:property name="backgroundColor" value="&quot;#FFFFFF&quot;"/>
    <we:property name="bookmark" value="&quot;H4sIAAAAAAAAA+1Y30/jOBD+V6q87J5UnZzfCW9QON1qD4oo2ntYITS2J9SLG0eOA/RQ//ebJOVYehVlV7eQle4tsSfjb77P4/Hk3pOqrjQsT2CB3p53YMz1Auz1yPfGXrkem04/Hu+ffbw82T8+omFTOWXK2tu79xzYK3SfVN2Abj3Q4OeLsQdan8JV+1aArnHsVWhrU4JWf2FvTFPONrgae3hXaWOhdTlz4LB1e0Pm9E5r+7+GtCIIp25whsL1o7zAGJNQxFJgLIMkZVFGZnVv0CHbatK67pafmNKBKmmZdixKcz/JA5YnjKVBxvJI+O14rcorvQb8+O35smpZcXjnuLlr+eBfaOHW02pFAUVcpmGRguSMC8wTEeVp+3WhtFsvyJdHd5UlrojB3tu+vIFSoPQ6QizWffz33jFC3diOlaMnEzPTWIFnWHRTpVNuSX4uJ6BFo6HnoYVzag2x303uE68ky+h309Q4N1qOZiRIZzU3txOLRL/09tjqgkaeDV6AlU8jpxcr0R4su6gOlX0QKxhvAH+ViCgEskx5FgQJy9IMWSCy3JdZsFOKCbFwZawSFPemGhOjm0X5Uuhze1lZc6NI2E3gp1+PPyV//Lqb4tw40I8E1m+PaHpb0gpvDuMMS7cVx87s0HSy0FkmrlH2G2ZiFtxM5mDdEJJmi+Kri4dDluy+fHWMrpOhB/gjdv9Fd2amPudJyBljwAIehCwJ2SsmalldVqbaRHmoakfe3fdsgVorgfaJ2t4CqVi2DxIcdIFU/WIK+3kju2ns4rz3/lAUe+/7E+imdfvukL6Q5rZ853W8qfpDSUcgoZqh7mU73u2lrbzt9+tTcqvwnW39HbLv5LJXPMEIWOSLOBZ5zCM/8P1w8EfzMGT/IbJ9S7b6MshzH0QQJjGlbBznuFu7/0vH6+P4UNZk1rRztKHeHM7UzdE+f9XYmWGVwsEU0ofd1ucjJiLJOIsTuvTnMZMsEzCMrHjBFe+nufFvvby0NlmWSxFFseRQAPV9aSHiwReUV07A33RTz0fnRml0o/enDadyNZrhbddE/TI0fDOsHOE7h/J6ANimVqoS7PKRPuXWzwNAt9ayx/P2cE7MPzRNKyxHh1ig6Ey3cfWihmowp/7OJHrrZqpgPGF+nmAepSlGSPUoG0Yh+lO5B+Z+6iK0Ece6AKVB7Md55rMMOKYJ9TTRMGj/j7NxKCo8H1YvShLyoggDgCjLwzSXkLGuVXk2QOjQHzTOEbZ//9+FMA7SJKULR0YSZ9QHZTtdqgUdDpu+OnfbOkXTuLoCgadQ4paOkXYKlLJV69musfv33v8nICyK62/6L7Ba/Q2hBYHYHBgAAA==&quot;"/>
    <we:property name="initialStateBookmark" value="&quot;H4sIAAAAAAAAA+1Y30/jOBD+V6q87J5UnZzfCW9QON1qD4oo2ntYITS2J9SLG0eOA/RQ//ebJOVYehVlV7eQle4tsSfjb77P4/Hk3pOqrjQsT2CB3p53YMz1Auz1yPfGXrkem04/Hu+ffbw82T8+omFTOWXK2tu79xzYK3SfVN2Abj3Q4OeLsQdan8JV+1aArnHsVWhrU4JWf2FvTFPONrgae3hXaWOhdTlz4LB1e0Pm9E5r+7+GtCIIp25whsL1o7zAGJNQxFJgLIMkZVFGZnVv0CHbatK67pafmNKBKmmZdixKcz/JA5YnjKVBxvJI+O14rcorvQb8+O35smpZcXjnuLlr+eBfaOHW02pFAUVcpmGRguSMC8wTEeVp+3WhtFsvyJdHd5UlrojB3tu+vIFSoPQ6QizWffz33jFC3diOlaMnEzPTWIFnWHRTpVNuSX4uJ6BFo6HnoYVzag2x303uE68ky+h309Q4N1qOZiRIZzU3txOLRL/09tjqgkaeDV6AlU8jpxcr0R4su6gOlX0QKxhvAH+ViCgEskx5FgQJy9IMWSCy3JdZsFOKCbFwZawSFPemGhOjm0X5Uuhze1lZc6NI2E3gp1+PPyV//Lqb4tw40I8E1m+PaHpb0gpvDuMMS7cVx87s0HSy0FkmrlH2G2ZiFtxM5mDdEJJmi+Kri4dDluy+fHWMrpOhB/gjdv9Fd2amPudJyBljwAIehCwJ2SsmalldVqbaRHmoakfe3fdsgVorgfaJ2t4CqVi2DxIcdIFU/WIK+3kju2ns4rz3/lAUe+/7E+imdfvukL6Q5rZ853W8qfpDSUcgoZqh7mU73u2lrbzt9+tTcqvwnW39HbLv5LJXPMEIWOSLOBZ5zCM/8P1w8EfzMGT/IbJ9S7b6MshzH0QQJjGlbBznuFu7/0vH6+P4UNZk1rRztKHeHM7UzdE+f9XYmWGVwsEU0ofd1ucjJiLJOIsTuvTnMZMsEzCMrHjBFe+nufFvvby0NlmWSxFFseRQAPV9aSHiwReUV07A33RTz0fnRml0o/enDadyNZrhbddE/TI0fDOsHOE7h/J6ANimVqoS7PKRPuXWzwNAt9ayx/P2cE7MPzRNKyxHh1ig6Ey3cfWihmowp/7OJHrrZqpgPGF+nmAepSlGSPUoG0Yh+lO5B+Z+6iK0Ece6AKVB7Md55rMMOKYJ9TTRMGj/j7NxKCo8H1YvShLyoggDgCjLwzSXkLGuVXk2QOjQHzTOEbZ//9+FMA7SJKULR0YSZ9QHZTtdqgUdDpu+OnfbOkXTuLoCgadQ4paOkXYKlLJV69musfv33v8nICyK62/6L7Ba/Q2hBYHYHBgAAA==&quot;"/>
    <we:property name="isFiltersActionButtonVisible" value="true"/>
    <we:property name="isVisualContainerHeaderHidden" value="false"/>
    <we:property name="reportEmbeddedTime" value="&quot;2025-12-12T01:31:30.977Z&quot;"/>
    <we:property name="creatorTenantId" value="&quot;3c71cbab-b5ed-4f3b-ac0d-95509d6c0e93&quot;"/>
    <we:property name="creatorUserId" value="&quot;10030000AB959523&quot;"/>
    <we:property name="creatorSessionId" value="&quot;4525a55d-4303-4433-9908-592b81cad3dc&quot;"/>
    <we:property name="artifactViewState" value="&quot;live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EAB11572-60D1-4EF7-8848-D78FAC2DE5B0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1DF580D8-0D8E-400C-AA8C-5F05CF6BD29E&quot;"/>
    <we:property name="reportUrl" value="&quot;/groups/769fb852-2e09-40b4-9c3f-73bf6a206a94/reports/40db867c-b3d1-4eac-81eb-c28ad5e724f2/2a8df0083b22f37259de?experience=power-bi&quot;"/>
    <we:property name="reportName" value="&quot;Final_Project_Version2&quot;"/>
    <we:property name="reportState" value="&quot;CONNECTED&quot;"/>
    <we:property name="embedUrl" value="&quot;/reportEmbed?reportId=40db867c-b3d1-4eac-81eb-c28ad5e724f2&amp;groupId=769fb852-2e09-40b4-9c3f-73bf6a206a94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pageName" value="&quot;2a8df0083b22f37259de&quot;"/>
    <we:property name="pageDisplayName" value="&quot;Energy, Water &amp; Lighting&quot;"/>
    <we:property name="datasetId" value="&quot;fe0c582e-b5c3-45a7-a363-4ef0371590b7&quot;"/>
    <we:property name="backgroundColor" value="&quot;#FFFFFF&quot;"/>
    <we:property name="bookmark" value="&quot;H4sIAAAAAAAAA+2Z3W/bNhDA/xVBL+0AY9VX9JG32EnXLUljxFn7MATBSTzZbGiRIKk4buD/fSfJWxMnS5oCrbUib9bpePfjHck70Tcu40YJWL6HObq77lDKyznoS8d3B261lp2cHB7vnR5evN87PiCxVJbLyri7N64FPUX7gZsaRGOBhH+dD1wQYgzT5qkEYXDgKtRGViD4Z+yU6ZXVNa4GLl4rITU0JicWLDZmr0idnsm3/2tIHqGw/AonWNhOGkDKSs9LwzwIyjAJdjKGpGY6hZbsQZXGdOt+JCsLvCI3jSyENIfIQ9gBjDEtfD/2G7nh1VSsgb+MPVuqJioWr20ur5t45J/IcWNptaIJJQHDNEMy6bMwgzDFOGpGl1zYtcN8eXCtNMWKIthZG9HMp1Lzgjy1MdFouhDcuCMp6nn76+COfCJrXeAplu2rynK7JEszfaG0vOJVgW6DM9aSot++Gt+Wz+RipJHcMnfXWw3+JdljV0A67B7GMYKpNX4tx8UIRFEL6DKyQXIgKGI0W1J1wDgjWnUUa+dtjWL7cG+5xoWUrH9kh6ilwQr7Rzbk8jeC6h3XSC5YTTS9AzsaO70M2Imd0SHVP64zaUE472RtcCYFM30hGku1VniA6JwkjxYRQTWIql5xiaw75UdynsvRDLS9W1joQTPUw2VbNPbphFrXwmCwMZMfd0yvzv+pzDTk063auy5mHev3qF7nbaGNvMxjHsQeJFkUsjKPMP6BhbZSF0qqTcp9bpqI2W9ZDUbwAvWdxLtzpA6r+cHAQjsR1Tnj2L2XXV+D7Txv3CNOc+9sfwBRN2Zf7dMIJhfVK7eNGze/V9RhEdUERZe246etNO1aM76N/n8kvtU135D2J2PZZTzw0hKKMPOKLPOjII0TBr1vrfqR9u+Stufs1qwM8gjS0s89FiAyL4WXtvhnKHJb6zS7wY4snSM+nVnaYtun26iYfUS8/RHRR74vHWgf6SZSgP5quP97A/jEZtt2Bwjg7URJUaRRgjlLCsxi76WmvNSU598SUD+MzPmIogefuusD8PW+5tWl85Eo9Hr7/bJ9uFPa7IRjCWC+fZozUG8UV5S6RRum17K2hjN0yO6cGzQ9iNg9xgW3M171CrHO0VnQ4n/zDiqm6rnaPtOfVdGrXfkHlf2htFb04EyfKFrn3cnwEzYdG6fxtpsMP0/CMMck83OfMZ/t5KxtMh4NMbSYw9pawrj/F1Eap7FXJlnhZ1GYxslOmD9pks9hipu2WnMP3Rs0B6GCAsdQ4QP3B7Q2aac36+XRO4T277vu1ohYeC6edUu0Wv0N8wRhu18cAAA=&quot;"/>
    <we:property name="initialStateBookmark" value="&quot;H4sIAAAAAAAAA+2Z3W/bNhDA/xVBL+0AY9VX9JG32EnXLUljxFn7MATBSTzZbGiRIKk4buD/fSfJWxMnS5oCrbUib9bpePfjHck70Tcu40YJWL6HObq77lDKyznoS8d3B261lp2cHB7vnR5evN87PiCxVJbLyri7N64FPUX7gZsaRGOBhH+dD1wQYgzT5qkEYXDgKtRGViD4Z+yU6ZXVNa4GLl4rITU0JicWLDZmr0idnsm3/2tIHqGw/AonWNhOGkDKSs9LwzwIyjAJdjKGpGY6hZbsQZXGdOt+JCsLvCI3jSyENIfIQ9gBjDEtfD/2G7nh1VSsgb+MPVuqJioWr20ur5t45J/IcWNptaIJJQHDNEMy6bMwgzDFOGpGl1zYtcN8eXCtNMWKIthZG9HMp1Lzgjy1MdFouhDcuCMp6nn76+COfCJrXeAplu2rynK7JEszfaG0vOJVgW6DM9aSot++Gt+Wz+RipJHcMnfXWw3+JdljV0A67B7GMYKpNX4tx8UIRFEL6DKyQXIgKGI0W1J1wDgjWnUUa+dtjWL7cG+5xoWUrH9kh6ilwQr7Rzbk8jeC6h3XSC5YTTS9AzsaO70M2Imd0SHVP64zaUE472RtcCYFM30hGku1VniA6JwkjxYRQTWIql5xiaw75UdynsvRDLS9W1joQTPUw2VbNPbphFrXwmCwMZMfd0yvzv+pzDTk063auy5mHev3qF7nbaGNvMxjHsQeJFkUsjKPMP6BhbZSF0qqTcp9bpqI2W9ZDUbwAvWdxLtzpA6r+cHAQjsR1Tnj2L2XXV+D7Txv3CNOc+9sfwBRN2Zf7dMIJhfVK7eNGze/V9RhEdUERZe246etNO1aM76N/n8kvtU135D2J2PZZTzw0hKKMPOKLPOjII0TBr1vrfqR9u+Stufs1qwM8gjS0s89FiAyL4WXtvhnKHJb6zS7wY4snSM+nVnaYtun26iYfUS8/RHRR74vHWgf6SZSgP5quP97A/jEZtt2Bwjg7URJUaRRgjlLCsxi76WmvNSU598SUD+MzPmIogefuusD8PW+5tWl85Eo9Hr7/bJ9uFPa7IRjCWC+fZozUG8UV5S6RRum17K2hjN0yO6cGzQ9iNg9xgW3M171CrHO0VnQ4n/zDiqm6rnaPtOfVdGrXfkHlf2htFb04EyfKFrn3cnwEzYdG6fxtpsMP0/CMMck83OfMZ/t5KxtMh4NMbSYw9pawrj/F1Eap7FXJlnhZ1GYxslOmD9pks9hipu2WnMP3Rs0B6GCAsdQ4QP3B7Q2aac36+XRO4T277vu1ohYeC6edUu0Wv0N8wRhu18cAAA=&quot;"/>
    <we:property name="isFiltersActionButtonVisible" value="true"/>
    <we:property name="isVisualContainerHeaderHidden" value="false"/>
    <we:property name="reportEmbeddedTime" value="&quot;2025-12-12T01:32:42.376Z&quot;"/>
    <we:property name="creatorTenantId" value="&quot;3c71cbab-b5ed-4f3b-ac0d-95509d6c0e93&quot;"/>
    <we:property name="creatorUserId" value="&quot;10030000AB959523&quot;"/>
    <we:property name="creatorSessionId" value="&quot;136696cc-a85e-4693-b002-9bc94bbfc1a6&quot;"/>
    <we:property name="artifactViewState" value="&quot;live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457523A5-6B45-4DAF-BC04-5C751E8D467A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1DF580D8-0D8E-400C-AA8C-5F05CF6BD29E&quot;"/>
    <we:property name="reportUrl" value="&quot;/groups/769fb852-2e09-40b4-9c3f-73bf6a206a94/reports/40db867c-b3d1-4eac-81eb-c28ad5e724f2/bb13fb739c1c32cc3859?experience=power-bi&quot;"/>
    <we:property name="reportName" value="&quot;Final_Project_Version2&quot;"/>
    <we:property name="reportState" value="&quot;CONNECTED&quot;"/>
    <we:property name="embedUrl" value="&quot;/reportEmbed?reportId=40db867c-b3d1-4eac-81eb-c28ad5e724f2&amp;groupId=769fb852-2e09-40b4-9c3f-73bf6a206a94&amp;w=2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pageName" value="&quot;bb13fb739c1c32cc3859&quot;"/>
    <we:property name="pageDisplayName" value="&quot;Age &amp; Marital Demographics&quot;"/>
    <we:property name="datasetId" value="&quot;fe0c582e-b5c3-45a7-a363-4ef0371590b7&quot;"/>
    <we:property name="backgroundColor" value="&quot;#FFFFFF&quot;"/>
    <we:property name="bookmark" value="&quot;H4sIAAAAAAAAA+VY30/jOBD+V1Be9qU6xUmaH7yVAqfTXlm0nPblhKqJPS7eTePIcVh6qP/7jZ2uDlpECwsV7D1Uasb2+Jvvs8dj3wZCtU0FizOYY3AYHGn9bQ7m2wELBkG9sn369HEy+vxxejaanJBZN1bpug0ObwMLZob2i2o7qJwHMv59OQigqs5h5r4kVC0OggZNq2uo1D/Yd6YmazpcDgK8aSptwLm8sGDRub2m7vRNc7PfYpoRuFXXeIHc9tayZLEss7jgjMcR53E+LKhb23fwyB7s4lz76ce6tqBqmsbZopQBhiJJ8qIUvMwwz3zfVtWzagX4v7F/LRrHisUbW+obx0f5lSZ2npZLCqiImQRWxgVgClBAmELoRktV2dWE5eLkpjHEFTHYexuJa6g5isATYrDt478NJghtZzwrJ/caLnRnOH5G6Ztqq+yC/EzHUPGugp4HB+fcaGLfN06gwoMRkUvaHIzoB/bgVJnWHkzAGEVWP+JKfx8bJClEcBguL8nyKBEcjLjPAn0YgeZo4SM8VuaHcNFgLYi9R0fh0Kg0jfM0LCTDkgmeZylCvFWiMTEy00Zx4mBdpbGuunm9axh1MyU0U947XEwb3ayCWo+Jus1M4/fhpjKD7atnNJsZnPWuN8C9FmiJc5LCW0+7eiV9+H7wv2/0VltaoFvhb93WFaXHcdW1tCFQ9GDHel7q8RUYu+N+Z+v7fS/7ZHn548SgHl/vnAmrHdzD3AuUS38ipPEwCiNIpEgYL2ScRnmx33RDcNdxHqvWknf7nJTfVoqjubcIgjlSKeD+CLDgA2n6yRT27Vr4ZvRx3gZ/Koq99/0Fqs65/XBMI4T+Xn8IPG+q/aOmfE6oLrDqdZxs9+LqCjd+lesfXAm+b/u8dfA4l73iQ4hkAiiZiDAsM5aKUuxR8SszJfKvFWWldajnd+1vUfZXkW03QnrtsoRRbcBLyAoRxwh5vkNxsJf67Zct3Xar2kReykzwOInlUCQ5DpOkfL4wL384g51Kh3w6vyvJnTDHuqvtUyqLFy85t0J0CvxudNc8Zzm9RMmwsc7ejk6vWFc8SZc+TXEW5xETeZHmZZpJCKM0fRtp6tTX/7/uRXPH+FbnGGaMLpgSIzpWCpGyNBoG294WwIdx1FlLIDcfGLIko+trHsoYkEE+lEJsdanmDtWGr1Ak5CLFgm7EWRhGRVKwt5JTaS8oustMWwu2e+C6T0wThp+/6fzMunoTEfcrLeP5MCyle+sSkRyymEv+PqQ8Q9pK/z89Hw/bp3lnfajY1p1tG+B4DjU+UHSTlFALFFsKb/8421+1iEBVVk+6Wi2X/wJR+fE9PRYAAA==&quot;"/>
    <we:property name="initialStateBookmark" value="&quot;H4sIAAAAAAAAA+VY30/jOBD+V1Be9qU6xUmaH7yVAqfTXlm0nPblhKqJPS7eTePIcVh6qP/7jZ2uDlpECwsV7D1Uasb2+Jvvs8dj3wZCtU0FizOYY3AYHGn9bQ7m2wELBkG9sn369HEy+vxxejaanJBZN1bpug0ObwMLZob2i2o7qJwHMv59OQigqs5h5r4kVC0OggZNq2uo1D/Yd6YmazpcDgK8aSptwLm8sGDRub2m7vRNc7PfYpoRuFXXeIHc9tayZLEss7jgjMcR53E+LKhb23fwyB7s4lz76ce6tqBqmsbZopQBhiJJ8qIUvMwwz3zfVtWzagX4v7F/LRrHisUbW+obx0f5lSZ2npZLCqiImQRWxgVgClBAmELoRktV2dWE5eLkpjHEFTHYexuJa6g5isATYrDt478NJghtZzwrJ/caLnRnOH5G6Ztqq+yC/EzHUPGugp4HB+fcaGLfN06gwoMRkUvaHIzoB/bgVJnWHkzAGEVWP+JKfx8bJClEcBguL8nyKBEcjLjPAn0YgeZo4SM8VuaHcNFgLYi9R0fh0Kg0jfM0LCTDkgmeZylCvFWiMTEy00Zx4mBdpbGuunm9axh1MyU0U947XEwb3ayCWo+Jus1M4/fhpjKD7atnNJsZnPWuN8C9FmiJc5LCW0+7eiV9+H7wv2/0VltaoFvhb93WFaXHcdW1tCFQ9GDHel7q8RUYu+N+Z+v7fS/7ZHn548SgHl/vnAmrHdzD3AuUS38ipPEwCiNIpEgYL2ScRnmx33RDcNdxHqvWknf7nJTfVoqjubcIgjlSKeD+CLDgA2n6yRT27Vr4ZvRx3gZ/Koq99/0Fqs65/XBMI4T+Xn8IPG+q/aOmfE6oLrDqdZxs9+LqCjd+lesfXAm+b/u8dfA4l73iQ4hkAiiZiDAsM5aKUuxR8SszJfKvFWWldajnd+1vUfZXkW03QnrtsoRRbcBLyAoRxwh5vkNxsJf67Zct3Xar2kReykzwOInlUCQ5DpOkfL4wL384g51Kh3w6vyvJnTDHuqvtUyqLFy85t0J0CvxudNc8Zzm9RMmwsc7ejk6vWFc8SZc+TXEW5xETeZHmZZpJCKM0fRtp6tTX/7/uRXPH+FbnGGaMLpgSIzpWCpGyNBoG294WwIdx1FlLIDcfGLIko+trHsoYkEE+lEJsdanmDtWGr1Ak5CLFgm7EWRhGRVKwt5JTaS8oustMWwu2e+C6T0wThp+/6fzMunoTEfcrLeP5MCyle+sSkRyymEv+PqQ8Q9pK/z89Hw/bp3lnfajY1p1tG+B4DjU+UHSTlFALFFsKb/8421+1iEBVVk+6Wi2X/wJR+fE9PRYAAA==&quot;"/>
    <we:property name="isFiltersActionButtonVisible" value="true"/>
    <we:property name="isVisualContainerHeaderHidden" value="false"/>
    <we:property name="reportEmbeddedTime" value="&quot;2025-12-12T01:33:00.322Z&quot;"/>
    <we:property name="creatorTenantId" value="&quot;3c71cbab-b5ed-4f3b-ac0d-95509d6c0e93&quot;"/>
    <we:property name="creatorUserId" value="&quot;10030000AB959523&quot;"/>
    <we:property name="creatorSessionId" value="&quot;337109ea-068a-400b-940d-b4537a647574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2835a3-3cc0-4438-8792-0e8458d8f96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EEF5F40D806D4C843ACF50EAC43289" ma:contentTypeVersion="12" ma:contentTypeDescription="Create a new document." ma:contentTypeScope="" ma:versionID="720d0afc0c5f2a8475c9c971b7ae3907">
  <xsd:schema xmlns:xsd="http://www.w3.org/2001/XMLSchema" xmlns:xs="http://www.w3.org/2001/XMLSchema" xmlns:p="http://schemas.microsoft.com/office/2006/metadata/properties" xmlns:ns3="532835a3-3cc0-4438-8792-0e8458d8f962" targetNamespace="http://schemas.microsoft.com/office/2006/metadata/properties" ma:root="true" ma:fieldsID="2b3c5d08bc6dc94ee46779f59f8d6238" ns3:_="">
    <xsd:import namespace="532835a3-3cc0-4438-8792-0e8458d8f9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2835a3-3cc0-4438-8792-0e8458d8f9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E12051-F872-4922-8D5C-13F9B07187CF}">
  <ds:schemaRefs>
    <ds:schemaRef ds:uri="532835a3-3cc0-4438-8792-0e8458d8f962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0059D65-7561-468F-A3F2-7B75747B623A}">
  <ds:schemaRefs>
    <ds:schemaRef ds:uri="532835a3-3cc0-4438-8792-0e8458d8f9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493D8A4-16A9-4AC9-AD38-CC24C29E3D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Uddin, Kalam</dc:creator>
  <cp:lastModifiedBy>Uddin, Kalam</cp:lastModifiedBy>
  <cp:revision>1</cp:revision>
  <dcterms:created xsi:type="dcterms:W3CDTF">2025-11-21T18:12:44Z</dcterms:created>
  <dcterms:modified xsi:type="dcterms:W3CDTF">2026-02-04T18:36:42Z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0x010100FAEEF5F40D806D4C843ACF50EAC43289</vt:lpwstr>
  </property>
</Properties>
</file>